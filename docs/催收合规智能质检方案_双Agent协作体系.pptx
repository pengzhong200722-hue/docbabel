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催收合规智能质检方案</a:t>
            </a:r>
          </a:p>
          <a:p>
            <a:pPr algn="ctr">
              <a:spcBef>
                <a:spcPts val="2000"/>
              </a:spcBef>
              <a:defRPr sz="2000">
                <a:solidFill>
                  <a:srgbClr val="BBDEFB"/>
                </a:solidFill>
              </a:defRPr>
            </a:pPr>
            <a:r>
              <a:t>双Agent协作体系 — 智能质检官 × 制度答疑官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一、当前痛点分析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二、整体架构：双Agent协作体系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三、Agent 1：智能质检官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四、Agent 2：制度答疑官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五、双Agent协作机制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六、技术选型建议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七、实施路线图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八、预期收益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A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当前痛点分析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当前痛点分析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2573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序号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痛点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现状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影响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</a:tr>
              <a:tr h="12573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质检覆盖率低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仅覆盖语音通话</a:t>
                      </a:r>
                    </a:p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文字/微信催收未纳入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大量合规风险盲区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573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模型准确率低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仅40%</a:t>
                      </a:r>
                    </a:p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严重依赖人工复核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人力成本高、效率低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12573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合规知识断层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员工不知违规原因</a:t>
                      </a:r>
                    </a:p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知识靠口口相传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违规反复发生</a:t>
                      </a:r>
                    </a:p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扣罚争议多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A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整体架构：双Agent协作体系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双Agent协作架构总览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4572000" cy="365760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B3A6B"/>
                </a:solidFill>
              </a:defRPr>
            </a:pPr>
            <a:r>
              <a:t>Agent 1：智能质检官</a:t>
            </a:r>
          </a:p>
          <a:p>
            <a:br/>
            <a:pPr algn="l"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▶ 全渠道催收记录质检</a:t>
            </a:r>
          </a:p>
          <a:p>
            <a:pPr algn="l"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▶ 语音+文字+微信全覆盖</a:t>
            </a:r>
          </a:p>
          <a:p>
            <a:pPr algn="l"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▶ 三层质检引擎(规则+NLP+LLM)</a:t>
            </a:r>
          </a:p>
          <a:p>
            <a:pPr algn="l"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▶ 违规自动识别 &amp; 标注</a:t>
            </a:r>
          </a:p>
          <a:p>
            <a:pPr algn="l"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▶ 质检报告自动生成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828800"/>
            <a:ext cx="4572000" cy="36576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27AE60"/>
                </a:solidFill>
              </a:defRPr>
            </a:pPr>
            <a:r>
              <a:t>Agent 2：制度答疑官</a:t>
            </a:r>
          </a:p>
          <a:p>
            <a:br/>
            <a:pPr algn="l"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▶ 合规制度知识库(RAG)</a:t>
            </a:r>
          </a:p>
          <a:p>
            <a:pPr algn="l"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▶ 智能问答 &amp; 条款引用</a:t>
            </a:r>
          </a:p>
          <a:p>
            <a:pPr algn="l"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▶ 违规原因即时解读</a:t>
            </a:r>
          </a:p>
          <a:p>
            <a:pPr algn="l"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▶ 扣罚依据查询</a:t>
            </a:r>
          </a:p>
          <a:p>
            <a:pPr algn="l"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▶ 合规培训主动推送</a:t>
            </a:r>
          </a:p>
        </p:txBody>
      </p:sp>
      <p:sp>
        <p:nvSpPr>
          <p:cNvPr id="6" name="Left-Right Arrow 5"/>
          <p:cNvSpPr/>
          <p:nvPr/>
        </p:nvSpPr>
        <p:spPr>
          <a:xfrm>
            <a:off x="5577840" y="3200400"/>
            <a:ext cx="1005840" cy="548640"/>
          </a:xfrm>
          <a:prstGeom prst="leftRightArrow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57607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39C12"/>
                </a:solidFill>
              </a:defRPr>
            </a:pPr>
            <a:r>
              <a:t>双向协作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A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Agent 1：智能质检官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智能质检官 — 全渠道数据接入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12573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渠道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数据来源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处理方式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</a:tr>
              <a:tr h="12573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语音通话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录音文件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ASR语音转文字 → 统一文本格式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573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文字催收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短信/站内信记录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直接文本接入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12573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微信催收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企业微信会话存档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企业微信API → 统一文本格式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智能质检官 — 三层质检引擎（核心）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t>从40%到85%+ 准确率的关键：三层协同而非单一模型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2C3E50"/>
                </a:solidFill>
              </a:defRPr>
            </a:pPr>
            <a:r>
              <a:t>🔷 第一层：规则引擎（准确率≈99%）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关键词/正则匹配：辱骂词库、敏感词、禁用语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时间规则：非法催收时段（21:00-8:00）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频次规则：单日联系次数超限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2C3E50"/>
                </a:solidFill>
              </a:defRPr>
            </a:pPr>
            <a:r>
              <a:t>🔷 第二层：NLP分类模型（准确率目标≈85%）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意图分类：威胁、恐吓、骚扰、诱导等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情绪检测：催收员情绪失控/语气过激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话术合规度评分：偏离标准模板的程度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2C3E50"/>
                </a:solidFill>
              </a:defRPr>
            </a:pPr>
            <a:r>
              <a:t>🔷 第三层：LLM大模型（复杂/模糊场景）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上下文理解：结合完整对话判断暗示性威胁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合规推理：对照条款进行深度推理判断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仅对存疑记录调用，控制成本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智能质检官 — 三层协同质检流程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催收记录输入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  ↓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第一层（规则引擎）→ 命中硬性违规 → 直接标记违规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  ↓ 未命中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第二层（NLP模型）→ 置信度 &gt; 阈值 → 标记违规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  ↓ 置信度在灰色区间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第三层（LLM推理）→ 输出最终判定 + 推理依据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✅ 优势：硬性违规快速拦截，模糊场景深度分析，成本可控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智能质检官 — 关键指标目标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00584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当前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3个月目标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6个月目标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渠道覆盖率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仅语音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语音+文字+微信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全渠道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整体准确率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75%+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85%+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人工复核比例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~60%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&lt;30%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&lt;15%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质检覆盖率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&lt;20%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60%+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90%+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A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Agent 2：制度答疑官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制度答疑官 — 合规知识库建设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2C3E50"/>
                </a:solidFill>
              </a:defRPr>
            </a:pPr>
            <a:r>
              <a:t>📚 知识来源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催收行为规范 / 催收管理制度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监管政策（银保监相关规定）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公司内部合规红线清单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历史违规案例及处罚决定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合规FAQ + 话术模板库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2C3E50"/>
                </a:solidFill>
              </a:defRPr>
            </a:pPr>
            <a:r>
              <a:t>⚙️ 知识处理流程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原始文档 → 文档解析 → 分段切片(Chunking)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→ 向量化(Embedding) → 存入向量数据库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→ 建立结构化索引(条款编号、适用场景、生效日期)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制度答疑官 — RAG智能问答引擎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员工提问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  ↓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意图识别（区分制度查询/扣罚查询/申诉指引等）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  ↓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知识检索（向量检索 + 关键词检索 混合召回）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  ↓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上下文组装（相关条款 + 相关案例）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  ↓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LLM生成回答（带条款编号引用）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  ↓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输出：答案 + 制度依据 + 相关案例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制度答疑官 — 主动推送 &amp; 扣罚解读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2C3E50"/>
                </a:solidFill>
              </a:defRPr>
            </a:pPr>
            <a:r>
              <a:t>🔔 主动推送能力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违规后即时推送：质检官发现违规 → 自动推送合规知识卡片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制度更新推送：制度变更时推送变更摘要 + 重点解读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定期合规小测验：基于高频违规点自动生成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2C3E50"/>
                </a:solidFill>
              </a:defRPr>
            </a:pPr>
            <a:r>
              <a:t>💰 扣罚解读功能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违规的具体行为描述（来源于质检官结果）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对应的制度条款原文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扣罚标准及计算方式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整改建议 / 申诉流程指引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A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双Agent协作机制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六大协作场景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718457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场景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触发条件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智能质检官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制度答疑官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实时质检违规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发现违规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输出违规详情+证据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推送违规解读卡片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员工查询扣罚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员工主动查询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提供质检记录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生成完整扣罚解读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制度更新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管理员更新制度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更新质检规则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更新知识库+推送通知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高频违规预警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违规趋势分析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输出趋势报告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生成专项培训内容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员工申诉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员工有异议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提供证据链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提供申诉流程指引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新人入职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入职培训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推送合规知识包+测验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双Agent协作数据流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📋 催收记录 → 智能质检官（三层引擎自动质检）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  ↓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📊 质检结果 → 违规事件通知 → 制度答疑官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  ↓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📱 制度答疑官 → 违规解读卡片 → 主动推送给员工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👤 员工主动提问 → 制度答疑官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  ↓ 调取历史质检记录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📝 结合质检结果 + 制度条款 → 生成针对性解答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2C3E50"/>
                </a:solidFill>
              </a:defRPr>
            </a:pPr>
            <a:r>
              <a:t>🔄 制度更新 → 答疑官更新知识库 → 质检官同步更新规则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A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技术选型建议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技术选型建议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58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模块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推荐方案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语音转文字(ASR)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阿里云/讯飞/Whisper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将语音录音转为可质检文本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规则引擎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自建(Python/Java)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支持热更新，处理硬性违规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NLP分类模型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BERT/RoBERTa微调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催收领域Fine-tuning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LLM大模型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GPT-4/通义千问/DeepSeek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复杂场景推理+RAG问答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向量数据库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Milvus/Weaviate/PGVector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存储制度文档向量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企业微信接入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会话存档API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获取微信催收记录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消息队列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RabbitMQ/Kafka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异步处理大量质检任务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RAG框架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LangChain/LlamaIndex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知识检索增强生成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A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实施路线图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三阶段实施路线图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2C3E50"/>
                </a:solidFill>
              </a:defRPr>
            </a:pPr>
            <a:r>
              <a:t>📅 第一阶段（1-2个月）：基础建设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搭建统一数据接入层（语音ASR、文字、微信会话存档）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构建规则引擎（关键词库、时间规则、频次规则）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搭建合规知识库（收集整理制度文档、向量化入库）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制度答疑官MVP上线（基础RAG问答）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2C3E50"/>
                </a:solidFill>
              </a:defRPr>
            </a:pPr>
            <a:r>
              <a:t>📅 第二阶段（2-4个月）：模型优化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用历史质检数据训练NLP分类模型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智能质检官三层引擎上线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双Agent协作接口打通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质检准确率提升至75%+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2C3E50"/>
                </a:solidFill>
              </a:defRPr>
            </a:pPr>
            <a:r>
              <a:t>📅 第三阶段（4-6个月）：深度优化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模型持续迭代（准确率→85%+）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上线扣罚解读、申诉指引、预警推送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质检覆盖率提升至90%+</a:t>
            </a:r>
          </a:p>
          <a:p>
            <a:pPr lvl="1">
              <a:spcBef>
                <a:spcPts val="800"/>
              </a:spcBef>
              <a:spcAft>
                <a:spcPts val="400"/>
              </a:spcAft>
              <a:defRPr sz="1600">
                <a:solidFill>
                  <a:srgbClr val="555555"/>
                </a:solidFill>
              </a:defRPr>
            </a:pPr>
            <a:r>
              <a:t>    • 建设质检分析看板（管理驾驶舱）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A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预期收益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预期收益总结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718457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预期效果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覆盖率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从仅语音提升至语音+文字+微信全渠道覆盖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准确率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从40%提升至85%+（三层引擎协同）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人力释放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人工复核量减少60%以上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合规意识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员工违规后即时获得原因解读，知识随问随答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违规率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预计下降30-50%（知识透明化+即时反馈）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管理效率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质检报告自动生成，管理层实时掌握合规态势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谢谢！</a:t>
            </a:r>
          </a:p>
          <a:p>
            <a:pPr algn="ctr">
              <a:spcBef>
                <a:spcPts val="2000"/>
              </a:spcBef>
              <a:defRPr sz="2000">
                <a:solidFill>
                  <a:srgbClr val="BBDEFB"/>
                </a:solidFill>
              </a:defRPr>
            </a:pPr>
            <a:r>
              <a:t>催收合规智能质检 · 双Agent协作方案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